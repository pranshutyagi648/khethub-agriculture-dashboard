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93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02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041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1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9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64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5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24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8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9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DD468-CB21-4C11-8C4F-1B633F0800C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2051C-0396-4BC8-956A-B71CE1985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9155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7169-71E4-64D7-9239-6972323E1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91484" cy="608114"/>
          </a:xfrm>
        </p:spPr>
        <p:txBody>
          <a:bodyPr>
            <a:normAutofit/>
          </a:bodyPr>
          <a:lstStyle/>
          <a:p>
            <a:pPr algn="l"/>
            <a:r>
              <a:rPr lang="en-IN" sz="2400" u="sng" dirty="0"/>
              <a:t>Israel Smart Agriculture and Innovation Research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B5D12-8053-405C-B313-584786BB4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4609" y="3136490"/>
            <a:ext cx="9634061" cy="1632155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 err="1"/>
              <a:t>KhetHub</a:t>
            </a:r>
            <a:r>
              <a:rPr lang="en-IN" sz="2000" dirty="0"/>
              <a:t> Internship Program 2026                 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Research Presentation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Smart Farming Technologies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Agricultural Innovation in Israel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Challenges and Opportunities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Presented by </a:t>
            </a:r>
            <a:r>
              <a:rPr lang="en-IN" sz="2000" b="1" u="sng" dirty="0"/>
              <a:t>Pranshu Tyagi</a:t>
            </a:r>
          </a:p>
        </p:txBody>
      </p:sp>
      <p:pic>
        <p:nvPicPr>
          <p:cNvPr id="4" name="Picture 3" descr="Selected Challenges of Smart Agriculture. | Download Scientific Diagram">
            <a:extLst>
              <a:ext uri="{FF2B5EF4-FFF2-40B4-BE49-F238E27FC236}">
                <a16:creationId xmlns:a16="http://schemas.microsoft.com/office/drawing/2014/main" id="{419BD16C-FCB4-3AD3-DF35-38C07E8F1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813" y="2654710"/>
            <a:ext cx="4660489" cy="308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38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C9BA-E0B0-DA11-5B11-FFB4F8A67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507795" cy="608115"/>
          </a:xfrm>
        </p:spPr>
        <p:txBody>
          <a:bodyPr>
            <a:normAutofit/>
          </a:bodyPr>
          <a:lstStyle/>
          <a:p>
            <a:pPr algn="l"/>
            <a:r>
              <a:rPr lang="en-IN" sz="2400" dirty="0"/>
              <a:t>Slide 2 – Introduction to Israeli Agriculture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1B7E1-93EE-B71F-2E90-88EA8E95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902"/>
            <a:ext cx="9183330" cy="2094271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Israel has limited natural resources                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Agriculture developed in arid conditions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Innovation became a national priority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Farmers use advanced technologies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Water efficiency is a key objective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Israel is a global agriculture leader</a:t>
            </a:r>
          </a:p>
        </p:txBody>
      </p:sp>
      <p:pic>
        <p:nvPicPr>
          <p:cNvPr id="4" name="Picture 3" descr="Smart Agriculture: AI-Powered Farming | THRIVE Project">
            <a:extLst>
              <a:ext uri="{FF2B5EF4-FFF2-40B4-BE49-F238E27FC236}">
                <a16:creationId xmlns:a16="http://schemas.microsoft.com/office/drawing/2014/main" id="{410CE402-F039-759B-155B-DC4645027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489" y="1936955"/>
            <a:ext cx="4660491" cy="34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3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B1BDE-AE1C-CAF7-0A88-DBEC5F868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061884"/>
            <a:ext cx="9212827" cy="580102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3 – Smart Agriculture Concept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89494-474C-1126-97CE-E8C03265E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8734"/>
            <a:ext cx="8868698" cy="2369575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Precision farming techniques                                               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Data-driven crop management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Real-time monitoring systems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Automated irrigation control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AI-based decision support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/>
              <a:t>Sustainable resource utilization </a:t>
            </a:r>
          </a:p>
        </p:txBody>
      </p:sp>
      <p:pic>
        <p:nvPicPr>
          <p:cNvPr id="4" name="Picture 3" descr="Smart Agriculture and Water Management - Speranza">
            <a:extLst>
              <a:ext uri="{FF2B5EF4-FFF2-40B4-BE49-F238E27FC236}">
                <a16:creationId xmlns:a16="http://schemas.microsoft.com/office/drawing/2014/main" id="{4FBC036B-0272-9A1A-C8B9-AE67EE6FC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7" y="1897626"/>
            <a:ext cx="5338916" cy="343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7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4F90-BD34-F073-9FC0-026DDD27B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674942" cy="883418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1" dirty="0"/>
              <a:t>Slide 4 – Drip Irrigation Innovation</a:t>
            </a:r>
            <a:br>
              <a:rPr lang="en-IN" sz="3200" b="1" dirty="0"/>
            </a:b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2DC3C-26ED-F769-2C26-DF2A42225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261419"/>
            <a:ext cx="9566788" cy="241873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Water delivered directly to roots                          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Minimizes evaporation losses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Increases irrigation efficiency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Suitable for dry regions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Reduces water consumption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Improves crop productivity</a:t>
            </a:r>
          </a:p>
        </p:txBody>
      </p:sp>
      <p:pic>
        <p:nvPicPr>
          <p:cNvPr id="4" name="Picture 3" descr="Importance of drip irrigation | Download Scientific Diagram">
            <a:extLst>
              <a:ext uri="{FF2B5EF4-FFF2-40B4-BE49-F238E27FC236}">
                <a16:creationId xmlns:a16="http://schemas.microsoft.com/office/drawing/2014/main" id="{B91AC829-28E8-19D9-2162-38052ACA2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109" y="1582994"/>
            <a:ext cx="5105707" cy="395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29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1264-2A32-3132-DA03-9CDC7EB9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245"/>
            <a:ext cx="10515600" cy="1366684"/>
          </a:xfrm>
        </p:spPr>
        <p:txBody>
          <a:bodyPr>
            <a:normAutofit/>
          </a:bodyPr>
          <a:lstStyle/>
          <a:p>
            <a:r>
              <a:rPr lang="en-IN" sz="2800" dirty="0"/>
              <a:t>Slide 5 – AI and Precision Farming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28378-3B1E-315A-2EA5-F81A3958B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1083"/>
            <a:ext cx="8335297" cy="2403989"/>
          </a:xfrm>
        </p:spPr>
        <p:txBody>
          <a:bodyPr>
            <a:noAutofit/>
          </a:bodyPr>
          <a:lstStyle/>
          <a:p>
            <a:r>
              <a:rPr lang="en-IN" sz="2000" dirty="0"/>
              <a:t>AI </a:t>
            </a:r>
            <a:r>
              <a:rPr lang="en-IN" sz="2000" dirty="0" err="1"/>
              <a:t>analyzes</a:t>
            </a:r>
            <a:r>
              <a:rPr lang="en-IN" sz="2000" dirty="0"/>
              <a:t> farm data </a:t>
            </a:r>
          </a:p>
          <a:p>
            <a:r>
              <a:rPr lang="en-IN" sz="2000" dirty="0"/>
              <a:t>Predicts irrigation requirements </a:t>
            </a:r>
          </a:p>
          <a:p>
            <a:r>
              <a:rPr lang="en-IN" sz="2000" dirty="0"/>
              <a:t>Detects crop diseases early </a:t>
            </a:r>
          </a:p>
          <a:p>
            <a:r>
              <a:rPr lang="en-IN" sz="2000" dirty="0"/>
              <a:t>Optimizes fertilizer application </a:t>
            </a:r>
          </a:p>
          <a:p>
            <a:r>
              <a:rPr lang="en-IN" sz="2000" dirty="0"/>
              <a:t>Supports yield forecasting</a:t>
            </a:r>
          </a:p>
          <a:p>
            <a:r>
              <a:rPr lang="en-IN" sz="2000" dirty="0"/>
              <a:t>Enhances farm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023035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D1CB-55C8-27BE-25AE-F26D843B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429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/>
              <a:t>Slide 6 – IoT and Sensor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2BBB-0C61-F173-8B9B-29027697E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4103"/>
            <a:ext cx="9957619" cy="2458065"/>
          </a:xfrm>
        </p:spPr>
        <p:txBody>
          <a:bodyPr>
            <a:normAutofit/>
          </a:bodyPr>
          <a:lstStyle/>
          <a:p>
            <a:r>
              <a:rPr lang="en-IN" sz="2000" dirty="0"/>
              <a:t>Soil moisture sensors</a:t>
            </a:r>
          </a:p>
          <a:p>
            <a:r>
              <a:rPr lang="en-IN" sz="2000" dirty="0"/>
              <a:t>Weather monitoring stations</a:t>
            </a:r>
          </a:p>
          <a:p>
            <a:r>
              <a:rPr lang="en-IN" sz="2000" dirty="0"/>
              <a:t>Temperature and humidity tracking </a:t>
            </a:r>
          </a:p>
          <a:p>
            <a:r>
              <a:rPr lang="en-IN" sz="2000" dirty="0"/>
              <a:t>Wireless farm connectivity </a:t>
            </a:r>
          </a:p>
          <a:p>
            <a:r>
              <a:rPr lang="en-IN" sz="2000" dirty="0"/>
              <a:t>Automated data collection </a:t>
            </a:r>
          </a:p>
          <a:p>
            <a:r>
              <a:rPr lang="en-IN" sz="2000" dirty="0"/>
              <a:t>Continuous field monitoring</a:t>
            </a:r>
          </a:p>
        </p:txBody>
      </p:sp>
    </p:spTree>
    <p:extLst>
      <p:ext uri="{BB962C8B-B14F-4D97-AF65-F5344CB8AC3E}">
        <p14:creationId xmlns:p14="http://schemas.microsoft.com/office/powerpoint/2010/main" val="84993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26D8-ED19-E1E8-9C08-42DE55578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50477" cy="824424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Slide 7 – Greenhouse and Controlled Farming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0BC09-5360-AE9D-ACCD-9F11AD846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5884"/>
            <a:ext cx="9085006" cy="232533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Climate-controlled cultivation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Year-round crop production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Protection from harsh weather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Efficient nutrient management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Reduced pest exposure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Higher quality produce</a:t>
            </a:r>
          </a:p>
        </p:txBody>
      </p:sp>
    </p:spTree>
    <p:extLst>
      <p:ext uri="{BB962C8B-B14F-4D97-AF65-F5344CB8AC3E}">
        <p14:creationId xmlns:p14="http://schemas.microsoft.com/office/powerpoint/2010/main" val="412041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8F4E-CFDF-8773-86EF-A05AAAFB1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271819" cy="477837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8 – Research and Innovation Ecosystem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8F584-99E3-34CF-AAD8-EA0E50603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48231"/>
            <a:ext cx="9389806" cy="2556387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Strong university research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Government support programs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Startup innovation culture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Industry-academia collaboration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Agricultural technology incubators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Rapid commercialization of ideas</a:t>
            </a:r>
          </a:p>
        </p:txBody>
      </p:sp>
    </p:spTree>
    <p:extLst>
      <p:ext uri="{BB962C8B-B14F-4D97-AF65-F5344CB8AC3E}">
        <p14:creationId xmlns:p14="http://schemas.microsoft.com/office/powerpoint/2010/main" val="1341410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D943-2B14-3680-3C1C-1AC734FB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819535" cy="598282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9 – Major Research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0E5EC-52C1-3899-D082-61F4BD1EA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7058"/>
            <a:ext cx="8819535" cy="238923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Climate change impacts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Water scarcity conditions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Soil degradation problems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High technology costs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Data integration complexity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Cybersecurity risks in agriculture</a:t>
            </a:r>
          </a:p>
        </p:txBody>
      </p:sp>
    </p:spTree>
    <p:extLst>
      <p:ext uri="{BB962C8B-B14F-4D97-AF65-F5344CB8AC3E}">
        <p14:creationId xmlns:p14="http://schemas.microsoft.com/office/powerpoint/2010/main" val="620600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7E3E-F82D-D69F-3CB6-A1C8DBC5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723"/>
            <a:ext cx="10515600" cy="1209366"/>
          </a:xfrm>
        </p:spPr>
        <p:txBody>
          <a:bodyPr>
            <a:normAutofit/>
          </a:bodyPr>
          <a:lstStyle/>
          <a:p>
            <a:r>
              <a:rPr lang="en-IN" sz="2800" dirty="0"/>
              <a:t>Slide 10 – Challenges for Indian Adoption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4377-4008-F990-507B-F11FE12BA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66219"/>
            <a:ext cx="9869129" cy="2959510"/>
          </a:xfrm>
        </p:spPr>
        <p:txBody>
          <a:bodyPr>
            <a:normAutofit/>
          </a:bodyPr>
          <a:lstStyle/>
          <a:p>
            <a:r>
              <a:rPr lang="en-IN" sz="2000" dirty="0"/>
              <a:t>Small land holdings </a:t>
            </a:r>
          </a:p>
          <a:p>
            <a:r>
              <a:rPr lang="en-IN" sz="2000" dirty="0"/>
              <a:t>Limited farmer awareness </a:t>
            </a:r>
          </a:p>
          <a:p>
            <a:r>
              <a:rPr lang="en-IN" sz="2000" dirty="0"/>
              <a:t>High initial investment </a:t>
            </a:r>
          </a:p>
          <a:p>
            <a:r>
              <a:rPr lang="en-IN" sz="2000" dirty="0"/>
              <a:t>Inadequate rural connectivity </a:t>
            </a:r>
          </a:p>
          <a:p>
            <a:r>
              <a:rPr lang="en-IN" sz="2000" dirty="0"/>
              <a:t>Maintenance and technical support </a:t>
            </a:r>
          </a:p>
          <a:p>
            <a:r>
              <a:rPr lang="en-IN" sz="2000" dirty="0"/>
              <a:t>Need for local language training</a:t>
            </a:r>
          </a:p>
        </p:txBody>
      </p:sp>
    </p:spTree>
    <p:extLst>
      <p:ext uri="{BB962C8B-B14F-4D97-AF65-F5344CB8AC3E}">
        <p14:creationId xmlns:p14="http://schemas.microsoft.com/office/powerpoint/2010/main" val="196185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2CD0-25EB-A67A-5D17-736C0442D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016181" cy="568785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11 – </a:t>
            </a:r>
            <a:r>
              <a:rPr lang="en-IN" sz="2800" dirty="0" err="1"/>
              <a:t>KhetHub</a:t>
            </a:r>
            <a:r>
              <a:rPr lang="en-IN" sz="2800" dirty="0"/>
              <a:t> Implementation Opportunity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424FF-6C15-37E7-5D2F-FFB842A8D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2426"/>
            <a:ext cx="9144000" cy="2556387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AI crop advisory platform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Smart irrigation dashboard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IoT sensor integration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Weather-based recommendations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Farmer mobile application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Data analytics for productivity</a:t>
            </a:r>
          </a:p>
        </p:txBody>
      </p:sp>
    </p:spTree>
    <p:extLst>
      <p:ext uri="{BB962C8B-B14F-4D97-AF65-F5344CB8AC3E}">
        <p14:creationId xmlns:p14="http://schemas.microsoft.com/office/powerpoint/2010/main" val="370932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9003-C58F-2C89-872C-DE680E643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701548" cy="676940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12 – Expected Impact on Farmers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E383A-9BBA-DE0B-BD69-1ABF2F851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320414"/>
            <a:ext cx="9576619" cy="253672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Water savings up to 50%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Increased crop yields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Lower irrigation expenses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Early disease identification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Better resource management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Improved farm profitability</a:t>
            </a:r>
          </a:p>
        </p:txBody>
      </p:sp>
    </p:spTree>
    <p:extLst>
      <p:ext uri="{BB962C8B-B14F-4D97-AF65-F5344CB8AC3E}">
        <p14:creationId xmlns:p14="http://schemas.microsoft.com/office/powerpoint/2010/main" val="3489769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B76D7-96D1-7057-C374-2A412D1DA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672052" cy="637611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13 – Economic and Environmental Benefits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71C93-E9E3-F4F1-8D75-2D1795847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69574"/>
            <a:ext cx="9144000" cy="265471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Reduced groundwater extraction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Lower energy consumption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Sustainable farming practices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Higher agricultural output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Improved food security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Reduced environmental footprint</a:t>
            </a:r>
          </a:p>
        </p:txBody>
      </p:sp>
    </p:spTree>
    <p:extLst>
      <p:ext uri="{BB962C8B-B14F-4D97-AF65-F5344CB8AC3E}">
        <p14:creationId xmlns:p14="http://schemas.microsoft.com/office/powerpoint/2010/main" val="2166486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E5D7-12D7-6D5B-26FA-4655AC9B3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006348" cy="477837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14 – Future of Smart Agriculture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D7B5F-9DFF-B0FC-C3A2-23C47F147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2426"/>
            <a:ext cx="9144000" cy="2487561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AI-driven autonomous farming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Drone-based crop monitoring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Satellite field analytics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Robotics in agriculture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Digital farm marketplaces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Climate-resilient farming systems</a:t>
            </a:r>
          </a:p>
        </p:txBody>
      </p:sp>
    </p:spTree>
    <p:extLst>
      <p:ext uri="{BB962C8B-B14F-4D97-AF65-F5344CB8AC3E}">
        <p14:creationId xmlns:p14="http://schemas.microsoft.com/office/powerpoint/2010/main" val="537000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5FB4-14A9-F1E7-C7F5-7ECF8D3A1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78618"/>
          </a:xfrm>
        </p:spPr>
        <p:txBody>
          <a:bodyPr>
            <a:normAutofit/>
          </a:bodyPr>
          <a:lstStyle/>
          <a:p>
            <a:pPr algn="l"/>
            <a:r>
              <a:rPr lang="en-IN" sz="2800" dirty="0"/>
              <a:t>Slide 15 – 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16DD3-095C-8695-6E72-5E1CD24D2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94271"/>
            <a:ext cx="9144000" cy="256621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Israel demonstrates successful smart agriculture             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Innovation can overcome resource limitations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AI and IoT improve farm efficiency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Research challenges still remain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India can adapt these technologies gradually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 err="1"/>
              <a:t>KhetHub</a:t>
            </a:r>
            <a:r>
              <a:rPr lang="en-IN" sz="2000" dirty="0"/>
              <a:t> can become a leader in digital agriculture</a:t>
            </a:r>
          </a:p>
        </p:txBody>
      </p:sp>
      <p:pic>
        <p:nvPicPr>
          <p:cNvPr id="4" name="Picture 3" descr="Tech Solutions for Smart Farming: Transforming Agribusiness - Intellias">
            <a:extLst>
              <a:ext uri="{FF2B5EF4-FFF2-40B4-BE49-F238E27FC236}">
                <a16:creationId xmlns:a16="http://schemas.microsoft.com/office/drawing/2014/main" id="{F4F6176E-8B45-48AD-1346-ADFF32692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11500"/>
            <a:ext cx="3716594" cy="377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6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</TotalTime>
  <Words>414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Israel Smart Agriculture and Innovation Research Challenges</vt:lpstr>
      <vt:lpstr>Slide 2 – Introduction to Israeli Agriculture</vt:lpstr>
      <vt:lpstr>Slide 3 – Smart Agriculture Concept</vt:lpstr>
      <vt:lpstr>Slide 4 – Drip Irrigation Innovation </vt:lpstr>
      <vt:lpstr>Slide 5 – AI and Precision Farming</vt:lpstr>
      <vt:lpstr>Slide 6 – IoT and Sensor Technologies</vt:lpstr>
      <vt:lpstr>Slide 7 – Greenhouse and Controlled Farming</vt:lpstr>
      <vt:lpstr>Slide 8 – Research and Innovation Ecosystem</vt:lpstr>
      <vt:lpstr>Slide 9 – Major Research Challenges</vt:lpstr>
      <vt:lpstr>Slide 10 – Challenges for Indian Adoption</vt:lpstr>
      <vt:lpstr>Slide 11 – KhetHub Implementation Opportunity</vt:lpstr>
      <vt:lpstr>Slide 12 – Expected Impact on Farmers</vt:lpstr>
      <vt:lpstr>Slide 13 – Economic and Environmental Benefits</vt:lpstr>
      <vt:lpstr>Slide 14 – Future of Smart Agriculture</vt:lpstr>
      <vt:lpstr>Slide 15 –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tyagipranshu27@gmail.com</dc:creator>
  <cp:lastModifiedBy>tyagipranshu27@gmail.com</cp:lastModifiedBy>
  <cp:revision>3</cp:revision>
  <dcterms:created xsi:type="dcterms:W3CDTF">2026-07-19T17:14:22Z</dcterms:created>
  <dcterms:modified xsi:type="dcterms:W3CDTF">2026-07-19T18:35:40Z</dcterms:modified>
</cp:coreProperties>
</file>